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280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DEEPTRACE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Media Detection &amp; Source Tracing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indigenous forensic platform that detects deepfakes, traces their origin,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produces court-ready reports for Chandigarh Police investigations.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10515600" cy="2560320"/>
          </a:xfrm>
          <a:prstGeom prst="roundRect">
            <a:avLst>
              <a:gd name="adj" fmla="val 3571"/>
            </a:avLst>
          </a:prstGeom>
          <a:solidFill>
            <a:srgbClr val="0B1220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97680" y="3703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DigiSeva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97680" y="4206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Devansh Goenka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97680" y="47091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Panshul Arora  •  Devansh Goenka  •  Tanmay Singh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97680" y="52120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PS4 – AI-Generated Media Detection &amp; Source Tracing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Police Hackathon 2026  •  Indigenous Forensic Solutions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943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 are already being weaponised in Chandigarh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2801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Cyber Cell context (2025)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Digital-arrest and investment scams caused ₹44+ crore losses in Chandigarh in 2025. Fraudsters increasingly use AI-generated video calls and voice clones. SP Cyber has flagged AI-enabled fraud as a priority threat.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331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Digital Arrest Scams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697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Fraudsters use AI face-swap + voice cloning on live video calls to impersonate CBI / police officers. Victims are kept under continuous surveillance and forced to transfer savings into mule accounts.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Manufactured Evidence &amp; Blackmail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3977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images and audio clones are used for extortion, false complaints, and planting digital evidence that can mislead investigations or create wrongful cases.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Field-Ready Forensic Tool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 lack an indigenous, offline, explainable system that can detect AI media and produce a signed report usable as FIR annexure under electronic evidence rules.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Police Hackathon 2026  •  Indigenous Forensic Solutions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DeepTrace – Forensic Media Authenticity &amp; Provenance Platform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that answers the three questions every investigator asks: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37360" y="1737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media real or AI-generated?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37360" y="21945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detection across image, video and audio. Output: Real / AI-Generated label, calibrated confidence score (0–100%), and region-level heatmaps showing manipulated areas.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291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37360" y="3246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it come from?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737360" y="370332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source tracing: reverse search, generator fingerprinting (Stable Diffusion, Midjourney, FaceFusion, etc.), frequency-domain artifact analysis, EXIF/metadata forensics, and provenance graph.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4800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737360" y="47548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this go into an FIR / court?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737360" y="52120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signed PDF containing case ID, model versions, input hash, timestamps, heatmaps and full chain-of-custody log – designed for electronic evidence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Police Hackathon 2026  •  Indigenous Forensic Solutions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PIPELINE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upload to signed forensic report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87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88720" y="15087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image (JPG/PNG/WebP), video (MP4/AVI), audio (WAV/MP3). Frame extraction, audio segmentation, batch support.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88720" y="2377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Ensemble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2743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EfficientNet-B4 + Xception fine-tuned on FaceForensics++, DFDC, Celeb-DF. Video: temporal consistency + frame voting. Audio: AASIST / RawNet2 for voice conversion &amp; TTS detection.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611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88720" y="3611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Tracing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977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search, generator-specific noise/frequency fingerprints, EXIF &amp; metadata analysis, clustering of related media into a provenance graph.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88720" y="4846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+ Report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8720" y="5212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heatmaps, confidence calibration, digitally signed PDF with case ID, model hashes, timestamps and immutable audit log.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Police Hackathon 2026  •  Indigenous Forensic Solutions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CAPABILITIES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forensic reliability, not just accuracy numbers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11430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3258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Detection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178308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pipeline for face-swap, full synthetic media, lip-sync, voice conversion and TTS. Cross-modal consistency checks reduce false positives.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1430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3258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Fingerprinting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178308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unique noise and frequency signatures of popular generators (Stable Diffusion, Midjourney, FaceFusion, etc.) even when reverse search fails.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0175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94360" y="347472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Region-level heatmaps and decision rationale so an officer can understand and defend the result in court. Avoids black-box risk.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283464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30175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/ Edge Deployment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46520" y="347472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+ TensorRT export. Runs on a standard police laptop without internet – critical for sensitive and air-gapped cases.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452628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47091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Context &amp; Languages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4360" y="51663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Hindi &amp; Punjabi interface. Models fine-tuned with Indian face and speech data to reduce demographic bias.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17920" y="452628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446520" y="47091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Chain-of-Custody Logging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46520" y="51663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analysis logged with model version, input hash, timestamp and operator ID. Supports electronic evidence requirements under BSA.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Police Hackathon 2026  •  Indigenous Forensic Solutions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CHANDIGARH POLICE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Research-backed alignment with current operational reality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Matches real cases being investigated today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Cyber Cell has documented digital-arrest syndicates using AI video calls and crypto/mule accounts. DeepTrace directly attacks the media authenticity problem in these cases.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Addresses the indigenous requirement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on-premise / edge capable. No mandatory foreign cloud. Aligns with the ‘Indigenous Forensic Solutions’ mandate of this hackathon and broader Make-in-India goals for LEA tools.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Court and FIR usability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3977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academic detectors stop at accuracy scores. DeepTrace adds explainability, signed reports and chain-of-custody – the exact artefacts needed under the Bharatiya Sakshya Adhiniyam.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Scalable for daily use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processing, simple UI, Hindi/Punjabi support and offline mode mean it can be used by Cyber Cell as well as local police stations without specialised AI expertise.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Police Hackathon 2026  •  Indigenous Forensic Solutions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&amp; TECHNOLOGY STACK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demonstrated at the 24-hour finale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114300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Working web prototype + offline edge build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Detection pipeline for image, video &amp; audio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Source-tracing module + Grad-CAM heatmaps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Signed PDF report generator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Hindi &amp; Punjabi interface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4206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GitHub repository + full documentation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4663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3–5 minute demo video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5120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Pilot roadmap for Cyber Cell integration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114300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8680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Gradio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86800" y="2331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9224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Models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8680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EfficientNet-B4, Xception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68680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consistency ensemble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9224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68680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AASIST / RawNet2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9224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68680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Grad-CAM, attention maps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92240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Offline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68680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 + TensorRT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4800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686800" y="4800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 + digital signatures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92240" y="5212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68680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Hindi + Punjabi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DEEPTRACE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Detect. Trace. Report.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30175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indigenous forensic capability for Chandigarh Police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counter AI-enabled crime with speed, clarity and legal strength.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411480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383280" y="4297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DigiSeva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83280" y="47548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Panshul Arora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Devansh Goenka (Team Leader)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Singh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DeepTrace | AI-Generated Media Detection &amp; Source Tracing</dc:title>
  <dc:subject>PptxGenJS Presentation</dc:subject>
  <dc:creator>Team DigiSeva</dc:creator>
  <cp:lastModifiedBy>Team DigiSeva</cp:lastModifiedBy>
  <cp:revision>1</cp:revision>
  <dcterms:created xsi:type="dcterms:W3CDTF">2026-08-25T00:29:16Z</dcterms:created>
  <dcterms:modified xsi:type="dcterms:W3CDTF">2026-08-25T00:29:16Z</dcterms:modified>
</cp:coreProperties>
</file>